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1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26" Type="http://schemas.openxmlformats.org/officeDocument/2006/relationships/image" Target="../media/image85.png"/><Relationship Id="rId3" Type="http://schemas.openxmlformats.org/officeDocument/2006/relationships/image" Target="../media/image62.png"/><Relationship Id="rId21" Type="http://schemas.openxmlformats.org/officeDocument/2006/relationships/image" Target="../media/image80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5" Type="http://schemas.openxmlformats.org/officeDocument/2006/relationships/image" Target="../media/image84.png"/><Relationship Id="rId2" Type="http://schemas.openxmlformats.org/officeDocument/2006/relationships/image" Target="../media/image1.png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24" Type="http://schemas.openxmlformats.org/officeDocument/2006/relationships/image" Target="../media/image83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23" Type="http://schemas.openxmlformats.org/officeDocument/2006/relationships/image" Target="../media/image82.png"/><Relationship Id="rId28" Type="http://schemas.openxmlformats.org/officeDocument/2006/relationships/image" Target="../media/image87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81.png"/><Relationship Id="rId27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3974752"/>
            <a:ext cx="4953000" cy="1228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0525" y="1187797"/>
            <a:ext cx="6275933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Fira Code"/>
              </a:rPr>
              <a:t>Python </a:t>
            </a:r>
            <a:r>
              <a:rPr sz="1350" b="1" i="0" u="none">
                <a:solidFill>
                  <a:srgbClr val="EF4444"/>
                </a:solidFill>
                <a:latin typeface="Fira Code"/>
              </a:rPr>
              <a:t>×</a:t>
            </a:r>
            <a:r>
              <a:rPr sz="1350" b="0" i="0" u="none">
                <a:solidFill>
                  <a:srgbClr val="CBD5E1"/>
                </a:solidFill>
                <a:latin typeface="Fira Code"/>
              </a:rPr>
              <a:t> NumPy </a:t>
            </a:r>
            <a:r>
              <a:rPr sz="1350" b="1" i="0" u="none">
                <a:solidFill>
                  <a:srgbClr val="EF4444"/>
                </a:solidFill>
                <a:latin typeface="Fira Code"/>
              </a:rPr>
              <a:t>×</a:t>
            </a:r>
            <a:r>
              <a:rPr sz="1350" b="0" i="0" u="none">
                <a:solidFill>
                  <a:srgbClr val="CBD5E1"/>
                </a:solidFill>
                <a:latin typeface="Fira Code"/>
              </a:rPr>
              <a:t> Pandas </a:t>
            </a:r>
            <a:r>
              <a:rPr sz="1350" b="1" i="0" u="none">
                <a:solidFill>
                  <a:srgbClr val="EF4444"/>
                </a:solidFill>
                <a:latin typeface="Fira Code"/>
              </a:rPr>
              <a:t>×</a:t>
            </a:r>
            <a:r>
              <a:rPr sz="1350" b="0" i="0" u="none">
                <a:solidFill>
                  <a:srgbClr val="CBD5E1"/>
                </a:solidFill>
                <a:latin typeface="Fira Code"/>
              </a:rPr>
              <a:t> Matplotlib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1683097"/>
            <a:ext cx="6589729" cy="1520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84"/>
              </a:lnSpc>
            </a:pPr>
            <a:r>
              <a:rPr sz="5700" b="0" i="0" u="none">
                <a:solidFill>
                  <a:srgbClr val="FFFFFF"/>
                </a:solidFill>
                <a:latin typeface="Poppins ExtraBold"/>
              </a:rPr>
              <a:t>Matplotlib </a:t>
            </a:r>
            <a:r>
              <a:rPr sz="5700" b="0" i="0" u="none">
                <a:solidFill>
                  <a:srgbClr val="EF4444"/>
                </a:solidFill>
                <a:latin typeface="Poppins ExtraBold"/>
              </a:rPr>
              <a:t>Mastery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3317527"/>
            <a:ext cx="614258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Inter Light"/>
              </a:rPr>
              <a:t>From Data to Visual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90525" y="3317527"/>
            <a:ext cx="28575" cy="2762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0525" y="5489227"/>
            <a:ext cx="627593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F4444"/>
                </a:solidFill>
                <a:latin typeface="Fira Code"/>
              </a:rPr>
              <a:t>ANALYZE / VISUALIZE / MAKE SENSE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458" y="1143000"/>
            <a:ext cx="5135016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650" y="4174777"/>
            <a:ext cx="44767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Inter"/>
              </a:rPr>
              <a:t>Asian Conflict &amp; Security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" y="4546252"/>
            <a:ext cx="44767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Inter"/>
              </a:rPr>
              <a:t>(2000 – 2017)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817715"/>
            <a:ext cx="15240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6300" y="4803427"/>
            <a:ext cx="20574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EF4444"/>
                </a:solidFill>
                <a:latin typeface="Inter SemiBold"/>
              </a:rPr>
              <a:t>111,855 Incident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9975" y="34290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Fira Code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1293465"/>
            <a:ext cx="5619750" cy="25012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1293465"/>
            <a:ext cx="5619750" cy="25012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25" y="3966120"/>
            <a:ext cx="5619750" cy="250135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3966120"/>
            <a:ext cx="5619750" cy="250135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" y="4404270"/>
            <a:ext cx="5219700" cy="190127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0" y="4404270"/>
            <a:ext cx="5219700" cy="190127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0175" y="1745902"/>
            <a:ext cx="3886200" cy="114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0175" y="1996975"/>
            <a:ext cx="3886200" cy="1143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0175" y="2248048"/>
            <a:ext cx="3886200" cy="114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0175" y="2499121"/>
            <a:ext cx="3886200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0175" y="2750194"/>
            <a:ext cx="3886200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0175" y="3001267"/>
            <a:ext cx="3886200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0175" y="3252341"/>
            <a:ext cx="388620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0175" y="3503414"/>
            <a:ext cx="3886200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1375" y="1745902"/>
            <a:ext cx="3886200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1375" y="1996975"/>
            <a:ext cx="3886200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1375" y="2248048"/>
            <a:ext cx="3886200" cy="114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1375" y="2499121"/>
            <a:ext cx="3886200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1375" y="2750194"/>
            <a:ext cx="3886200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1375" y="3001267"/>
            <a:ext cx="3886200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1375" y="3252341"/>
            <a:ext cx="38862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1375" y="3503414"/>
            <a:ext cx="3886200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0175" y="1745902"/>
            <a:ext cx="3886200" cy="1143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00175" y="1996975"/>
            <a:ext cx="2953494" cy="1143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0175" y="2248048"/>
            <a:ext cx="2564755" cy="1143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0175" y="2499121"/>
            <a:ext cx="2253853" cy="1143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00175" y="2750194"/>
            <a:ext cx="1593205" cy="1143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0175" y="3001267"/>
            <a:ext cx="1282303" cy="1143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00175" y="3252341"/>
            <a:ext cx="1010394" cy="1143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00175" y="3503414"/>
            <a:ext cx="893712" cy="1143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91375" y="1745902"/>
            <a:ext cx="3886200" cy="1143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91375" y="1996975"/>
            <a:ext cx="2409378" cy="1143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91375" y="2248048"/>
            <a:ext cx="2098476" cy="1143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91375" y="2499121"/>
            <a:ext cx="1593205" cy="1143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91375" y="2750194"/>
            <a:ext cx="1088082" cy="1143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91375" y="3001267"/>
            <a:ext cx="932557" cy="1143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91375" y="3252341"/>
            <a:ext cx="699492" cy="1143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91375" y="3503414"/>
            <a:ext cx="543966" cy="1143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4925" y="5133975"/>
            <a:ext cx="171450" cy="9525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44475" y="5610225"/>
            <a:ext cx="171450" cy="4762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704826" y="5305425"/>
            <a:ext cx="171450" cy="7810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914376" y="5629275"/>
            <a:ext cx="171450" cy="4572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74726" y="5438775"/>
            <a:ext cx="171450" cy="6477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784276" y="5762625"/>
            <a:ext cx="171450" cy="3238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44626" y="5534025"/>
            <a:ext cx="171450" cy="5524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654176" y="5838825"/>
            <a:ext cx="171450" cy="2476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314527" y="5686425"/>
            <a:ext cx="171450" cy="4000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524077" y="5895975"/>
            <a:ext cx="171450" cy="1905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184427" y="5753100"/>
            <a:ext cx="171450" cy="33337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93977" y="5943600"/>
            <a:ext cx="171450" cy="1428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0525" y="479970"/>
            <a:ext cx="266700" cy="2667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90575" y="390525"/>
            <a:ext cx="2905363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THE DASHBOARD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0550" y="1455390"/>
            <a:ext cx="5219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Inter"/>
              </a:rPr>
              <a:t>TOTAL ATTACK VOLUMES 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(TOP 10 ASIAN COUNTRIES)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1750" y="1455390"/>
            <a:ext cx="5219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Inter"/>
              </a:rPr>
              <a:t>TOTAL FATALITIES 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(TOP 10 ASIAN COUNTRIES)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550" y="4128045"/>
            <a:ext cx="5219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Inter"/>
              </a:rPr>
              <a:t>SUCCESSFUL VS. FAILED/PREVENTED ATTACKS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1750" y="4128045"/>
            <a:ext cx="5219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Inter"/>
              </a:rPr>
              <a:t>TOTAL SUICIDE ATTACKS 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(TOP ASIAN COUNTRIES)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0550" y="6191250"/>
            <a:ext cx="52197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94A3B8"/>
                </a:solidFill>
                <a:latin typeface="Inter"/>
              </a:rPr>
              <a:t>IraqPakistanIndiaAfghan.Philip.Others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550" y="1736377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Iraq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81625" y="1731615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16,309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550" y="1987450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Pakistan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81625" y="1982688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12,472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550" y="2238523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India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1625" y="2233761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10,842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0550" y="2489596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Afghanistan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81625" y="2484834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9,583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0550" y="2740669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Philippines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81625" y="2735907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6,762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0550" y="2991742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Thailand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81625" y="2986980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5,406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0550" y="3242816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Bangladesh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81625" y="3238053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4,231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0550" y="3493889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Sri Lanka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81625" y="3489126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3,892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81750" y="1736377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Iraq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72825" y="1731615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52,306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81750" y="1987450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Pakistan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172825" y="1982688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32,715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81750" y="2238523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Afghanistan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72825" y="2233761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28,421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81750" y="2489596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India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72825" y="2484834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21,583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81750" y="2740669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Philippines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172825" y="2735907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14,672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81750" y="2991742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Syria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172825" y="2986980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12,904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81750" y="3242816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Thailand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172825" y="3238053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9,875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81750" y="3493889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 u="none">
                <a:solidFill>
                  <a:srgbClr val="94A3B8"/>
                </a:solidFill>
                <a:latin typeface="Inter"/>
              </a:rPr>
              <a:t>Bangladesh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172825" y="3489126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CBD5E1"/>
                </a:solidFill>
                <a:latin typeface="Fira Code"/>
              </a:rPr>
              <a:t>7,662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29975" y="34290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Fira Code"/>
              </a:rPr>
              <a:t>2 / 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0525" y="874365"/>
            <a:ext cx="8086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A 4-panel visualization of security trends across the top 10 most impacted Asian nations using GTD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1293465"/>
            <a:ext cx="11410950" cy="1447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" y="2969865"/>
            <a:ext cx="2738437" cy="313565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1362" y="2969865"/>
            <a:ext cx="2738437" cy="313565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969865"/>
            <a:ext cx="2738437" cy="313565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3037" y="2969865"/>
            <a:ext cx="2738437" cy="313565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4212" y="1493490"/>
            <a:ext cx="571500" cy="571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15084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2337" y="315084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3175" y="3150840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4012" y="3150840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0525" y="479970"/>
            <a:ext cx="3048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8675" y="390525"/>
            <a:ext cx="4990623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DATA PIPELINE &amp;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525" y="6276975"/>
            <a:ext cx="11410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Fira Code"/>
              </a:rPr>
              <a:t>Better Data </a:t>
            </a:r>
            <a:r>
              <a:rPr sz="1125" b="0" i="0" u="none">
                <a:solidFill>
                  <a:srgbClr val="EF4444"/>
                </a:solidFill>
                <a:latin typeface="Fira Code"/>
              </a:rPr>
              <a:t>→</a:t>
            </a:r>
            <a:r>
              <a:rPr sz="1125" b="0" i="0" u="none">
                <a:solidFill>
                  <a:srgbClr val="94A3B8"/>
                </a:solidFill>
                <a:latin typeface="Fira Code"/>
              </a:rPr>
              <a:t> Better Decisions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56246" y="1931640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4190" y="1931640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5009" y="1931640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31003" y="1931640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9637" y="1493490"/>
            <a:ext cx="571500" cy="571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" y="2141190"/>
            <a:ext cx="10191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1F5F9"/>
                </a:solidFill>
                <a:latin typeface="Inter"/>
              </a:rPr>
              <a:t>Raw GTD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912" y="2398365"/>
            <a:ext cx="742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(111,855 rows)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55193" y="1493490"/>
            <a:ext cx="571500" cy="571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483768" y="2141190"/>
            <a:ext cx="5143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1F5F9"/>
                </a:solidFill>
                <a:latin typeface="Inter"/>
              </a:rPr>
              <a:t>Pandas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8968" y="2398365"/>
            <a:ext cx="1123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(Cleaning &amp; Filtering)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24575" y="1493490"/>
            <a:ext cx="571500" cy="571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157912" y="2141190"/>
            <a:ext cx="5048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1F5F9"/>
                </a:solidFill>
                <a:latin typeface="Inter"/>
              </a:rPr>
              <a:t>NumPy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6912" y="2398365"/>
            <a:ext cx="1266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(Numerical Processing)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12981" y="1493490"/>
            <a:ext cx="571500" cy="5715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46306" y="2141190"/>
            <a:ext cx="7048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1F5F9"/>
                </a:solidFill>
                <a:latin typeface="Inter"/>
              </a:rPr>
              <a:t>Matplotlib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7731" y="2398365"/>
            <a:ext cx="762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(Visualization)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53725" y="2141190"/>
            <a:ext cx="7524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1F5F9"/>
                </a:solidFill>
                <a:latin typeface="Inter"/>
              </a:rP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7075" y="2398365"/>
            <a:ext cx="485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(Insights)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1087" y="1664940"/>
            <a:ext cx="22860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40931" y="1664940"/>
            <a:ext cx="200025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81737" y="1664940"/>
            <a:ext cx="257175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84431" y="1664940"/>
            <a:ext cx="228600" cy="2286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929937" y="1641127"/>
            <a:ext cx="4000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EF4444"/>
                </a:solidFill>
                <a:latin typeface="Inter ExtraBold"/>
              </a:rPr>
              <a:t>GUI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850" y="3608040"/>
            <a:ext cx="2243137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Loaded 111,855 records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850" y="3857476"/>
            <a:ext cx="224313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Filtered Asian regions (South, Southeast, East, Central, MENA)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50" y="4280148"/>
            <a:ext cx="2243137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Handled missing values (fillna)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5687" y="3608040"/>
            <a:ext cx="224313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Computed totals, ratios, &amp; suicide counts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5687" y="4030712"/>
            <a:ext cx="224313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Used NumPy for array operations &amp; grouping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5687" y="4453383"/>
            <a:ext cx="2243137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Prepared data for plotting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86525" y="3608040"/>
            <a:ext cx="2243137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2 × 2 grid with subplots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86525" y="3857476"/>
            <a:ext cx="2243137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Bar, horizontal bar, grouped bar &amp; scatter plots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86525" y="4280148"/>
            <a:ext cx="2243137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Object-Oriented approach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7362" y="3608040"/>
            <a:ext cx="2243137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Saved as high-resolution images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7362" y="3857476"/>
            <a:ext cx="2243137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plt.savefig(..., dpi=300)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7362" y="4106912"/>
            <a:ext cx="2243137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Publication-ready visuals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5350" y="3150840"/>
            <a:ext cx="1790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F8FAFC"/>
                </a:solidFill>
                <a:latin typeface="Inter"/>
              </a:rPr>
              <a:t>Data Ingestion &amp; Cleaning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5350" y="3322290"/>
            <a:ext cx="17907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Fira Code"/>
              </a:rPr>
              <a:t>(Pandas)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" y="3608040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" y="3857476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4280148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6187" y="3150840"/>
            <a:ext cx="1524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F8FAFC"/>
                </a:solidFill>
                <a:latin typeface="Inter"/>
              </a:rPr>
              <a:t>Numerical Processing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6187" y="332229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Fira Code"/>
              </a:rPr>
              <a:t>(NumPy &amp; Pandas)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62337" y="3608040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62337" y="4030712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62337" y="4453383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7025" y="3150840"/>
            <a:ext cx="1209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F8FAFC"/>
                </a:solidFill>
                <a:latin typeface="Inter"/>
              </a:rPr>
              <a:t>Multi-Plot Layout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7025" y="3322290"/>
            <a:ext cx="1209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Fira Code"/>
              </a:rPr>
              <a:t>(Matplotlib)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3175" y="3608040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3175" y="3857476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3175" y="4280148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67862" y="3150840"/>
            <a:ext cx="1524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F8FAFC"/>
                </a:solidFill>
                <a:latin typeface="Inter"/>
              </a:rPr>
              <a:t>Export &amp; Presentation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67862" y="332229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Fira Code"/>
              </a:rPr>
              <a:t>(Matplotlib)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44012" y="3608040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44012" y="3857476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44012" y="4106912"/>
            <a:ext cx="76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29975" y="34290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Fira Code"/>
              </a:rPr>
              <a:t>3 / 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0525" y="874365"/>
            <a:ext cx="66579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From raw data to a fully visualized dashboard — using Pandas, NumPy, and Matplotlib.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5848350"/>
            <a:ext cx="11410950" cy="619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" y="1293465"/>
            <a:ext cx="3952875" cy="438343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850" y="1293465"/>
            <a:ext cx="3952875" cy="438343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175" y="1293465"/>
            <a:ext cx="3162300" cy="438343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525" y="479970"/>
            <a:ext cx="2000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900" y="390525"/>
            <a:ext cx="2850356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FFFFFF"/>
                </a:solidFill>
                <a:latin typeface="Poppins"/>
              </a:rPr>
              <a:t>WHAT I LEARNED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0080" y="5942461"/>
            <a:ext cx="2458234" cy="4309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i="0" u="none">
                <a:solidFill>
                  <a:srgbClr val="EF4444"/>
                </a:solidFill>
                <a:latin typeface="Caveat"/>
              </a:rPr>
              <a:t>Same journey, Bigger goals.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6005512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7750" y="6062662"/>
            <a:ext cx="26955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Next Stop: EDA → Machine Learning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91306" y="5975778"/>
            <a:ext cx="275844" cy="27584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" y="1498252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7250" y="1493490"/>
            <a:ext cx="178022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Matplotlib 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196974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Introduction to Data Visualisation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225549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Figures, Axes, Axis, Ticks, Spines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254124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Grid, Legend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282699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Pyplot &amp; its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311274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Bar, Pie, Histogram, Scatter plots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339849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Subplots &amp; layout adjustments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550" y="368424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Saving figures (PNG, JPG, PDF)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4875" y="1498252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00625" y="1493490"/>
            <a:ext cx="17002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Data Analysis 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4875" y="196974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Data cleaning &amp; missing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4875" y="225549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Data transformation &amp; filtering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4875" y="254124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String operations (.str)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4875" y="282699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GroupBy &amp; aggregation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4875" y="311274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Merging, joining &amp; stacking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4875" y="339849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Categorical encoding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4875" y="368424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Memory-efficient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4875" y="3969990"/>
            <a:ext cx="35528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EF4444"/>
                </a:solidFill>
                <a:latin typeface="Inter"/>
              </a:rPr>
              <a:t>• 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Git for version control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9200" y="1498252"/>
            <a:ext cx="190500" cy="1905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24950" y="1493490"/>
            <a:ext cx="17002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The Journey So Far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39200" y="1969740"/>
            <a:ext cx="2762250" cy="3524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39200" y="2436465"/>
            <a:ext cx="2762250" cy="3524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39200" y="2903190"/>
            <a:ext cx="2762250" cy="3524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39200" y="3369915"/>
            <a:ext cx="2762250" cy="3524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39200" y="3836640"/>
            <a:ext cx="2762250" cy="3524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39200" y="4303365"/>
            <a:ext cx="2762250" cy="3524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375" y="6091237"/>
            <a:ext cx="133350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53800" y="2079277"/>
            <a:ext cx="114300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53800" y="2546002"/>
            <a:ext cx="114300" cy="133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53800" y="3012727"/>
            <a:ext cx="114300" cy="1333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53800" y="3479452"/>
            <a:ext cx="114300" cy="1333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34750" y="3946177"/>
            <a:ext cx="13335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34750" y="4412902"/>
            <a:ext cx="133350" cy="1333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72550" y="2084040"/>
            <a:ext cx="114300" cy="1333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72550" y="2550765"/>
            <a:ext cx="152400" cy="1333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72550" y="3017490"/>
            <a:ext cx="13335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72550" y="3484215"/>
            <a:ext cx="152400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72550" y="3950940"/>
            <a:ext cx="133350" cy="1333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72550" y="4417665"/>
            <a:ext cx="133350" cy="1333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1229975" y="342900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Fira Code"/>
              </a:rPr>
              <a:t>4 / 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0525" y="874365"/>
            <a:ext cx="68294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Built a strong foundation in data visualization and analysis — and I'm just getting started.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426</Words>
  <Application>Microsoft Office PowerPoint</Application>
  <PresentationFormat>Widescreen</PresentationFormat>
  <Paragraphs>118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Arial</vt:lpstr>
      <vt:lpstr>Calibri</vt:lpstr>
      <vt:lpstr>Caveat</vt:lpstr>
      <vt:lpstr>Fira Code</vt:lpstr>
      <vt:lpstr>Inter</vt:lpstr>
      <vt:lpstr>Inter ExtraBold</vt:lpstr>
      <vt:lpstr>Inter Light</vt:lpstr>
      <vt:lpstr>Inter SemiBold</vt:lpstr>
      <vt:lpstr>Poppins</vt:lpstr>
      <vt:lpstr>Poppins ExtraBold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GAMING DESKTOP</cp:lastModifiedBy>
  <cp:revision>2</cp:revision>
  <dcterms:created xsi:type="dcterms:W3CDTF">2013-01-27T09:14:16Z</dcterms:created>
  <dcterms:modified xsi:type="dcterms:W3CDTF">2026-09-16T12:20:12Z</dcterms:modified>
  <cp:category/>
</cp:coreProperties>
</file>